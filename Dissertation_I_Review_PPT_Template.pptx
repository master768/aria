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7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 snapToObjects="1">
      <p:cViewPr varScale="1">
        <p:scale>
          <a:sx n="101" d="100"/>
          <a:sy n="101" d="100"/>
        </p:scale>
        <p:origin x="9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89920" cy="7315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[PROJECT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47686"/>
            <a:ext cx="10332720" cy="449354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DISSERTATION I – </a:t>
            </a:r>
            <a:r>
              <a:rPr lang="en-US" dirty="0">
                <a:solidFill>
                  <a:srgbClr val="2D3436"/>
                </a:solidFill>
              </a:rPr>
              <a:t>FINAL </a:t>
            </a:r>
            <a:r>
              <a:rPr dirty="0">
                <a:solidFill>
                  <a:srgbClr val="2D3436"/>
                </a:solidFill>
              </a:rPr>
              <a:t>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860"/>
            <a:ext cx="10332720" cy="155448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Presented by: [Student Name – Register Number]</a:t>
            </a:r>
          </a:p>
          <a:p>
            <a:pPr>
              <a:spcAft>
                <a:spcPts val="1200"/>
              </a:spcAft>
              <a:defRPr sz="1700" b="0">
                <a:solidFill>
                  <a:srgbClr val="23354B"/>
                </a:solidFill>
                <a:latin typeface="Arial"/>
              </a:defRPr>
            </a:pPr>
            <a:r>
              <a:rPr dirty="0" err="1">
                <a:solidFill>
                  <a:srgbClr val="2D3436"/>
                </a:solidFill>
              </a:rPr>
              <a:t>Programme</a:t>
            </a:r>
            <a:r>
              <a:rPr dirty="0">
                <a:solidFill>
                  <a:srgbClr val="2D3436"/>
                </a:solidFill>
              </a:rPr>
              <a:t> / Specialization: [</a:t>
            </a:r>
            <a:r>
              <a:rPr dirty="0" err="1">
                <a:solidFill>
                  <a:srgbClr val="2D3436"/>
                </a:solidFill>
              </a:rPr>
              <a:t>Programme</a:t>
            </a:r>
            <a:r>
              <a:rPr dirty="0">
                <a:solidFill>
                  <a:srgbClr val="2D3436"/>
                </a:solidFill>
              </a:rPr>
              <a:t>]</a:t>
            </a:r>
          </a:p>
          <a:p>
            <a:pPr>
              <a:spcAft>
                <a:spcPts val="1200"/>
              </a:spcAft>
              <a:defRPr sz="17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Under the guidance of: [Guide Name, Designation]</a:t>
            </a:r>
          </a:p>
          <a:p>
            <a:pPr>
              <a:spcAft>
                <a:spcPts val="1200"/>
              </a:spcAft>
              <a:defRPr sz="17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School of [School Name], Vellore Institute of Technology, Chennai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C3CA53-0A33-0D09-F545-D18B83A4B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282" y="5470492"/>
            <a:ext cx="3581355" cy="1142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Research context and problem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Literature review and research gap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Objectives and methodology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Work completed and preliminary evidence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Expected outcomes and future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Write a concise abstract (maximum 200 words).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Include: problem context, research gap, proposed approach, progress to date, and expected contribution.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Avoid claiming results that have not yet been obtained.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Motivation and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4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Why is this problem important?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Who benefits from solving it?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What scientific, technical, social, or industrial need motivates the work?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Problem Statement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5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State the specific problem clearly in 2–4 sentences.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Define scope, assumptions, constraints, and what is outside the project.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Identify the intended application or beneficiaries.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Literature Survey — Key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6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Summarize 4–6 key and recent studies.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For each: citation, method, main finding, and limitation.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Use IEEE-style citations consistently, if required by the school.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Research Gap and 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7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State the gap supported by the literature.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Explain what existing studies do not address adequately.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Describe the proposed novelty or improvement and why it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Aim and 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81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8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State one overall research aim.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List 3–5 specific, measurable objectives.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Ensure each objective maps to a method and a planned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9750" y="6547104"/>
            <a:ext cx="2488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9</a:t>
            </a:r>
          </a:p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Present the research design and sequence of steps.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Explain algorithms, mathematical formulation, experimental design, or analytical methods.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Justify the chosen approach and note alternatives considered.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Dataset, Materials, Tools and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579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10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Describe data source, sample, variables, inclusion criteria, or experimental materials.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List software, libraries, hardware, instruments, and versions where relevant.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Mention permissions, privacy, ethics, or data limitations where applicable.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Overall Research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11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Insert a workflow diagram from problem definition to validation.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Mark completed, ongoing, and planned stages using a clear legend.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Keep the diagram readable and avoid excessive 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Preliminary Work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1</a:t>
            </a:r>
            <a:r>
              <a:rPr lang="en-US" dirty="0">
                <a:solidFill>
                  <a:srgbClr val="2D3436"/>
                </a:solidFill>
              </a:rPr>
              <a:t>2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List completed tasks with dates or milestones.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Show evidence: reviewed literature, formulated model, cleaned data, developed code, or built a prototype.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Clearly separate completed work from work in progress.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Preliminary Results /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1</a:t>
            </a:r>
            <a:r>
              <a:rPr lang="en-US" dirty="0">
                <a:solidFill>
                  <a:srgbClr val="2D3436"/>
                </a:solidFill>
              </a:rPr>
              <a:t>3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Present initial plots, tables, calculations, screenshots, or prototype evidence.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Explain what the evidence suggests and its limitations.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If no results are available yet, show the current setup and a realistic progress demonstration.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Evaluation and Validation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1</a:t>
            </a:r>
            <a:r>
              <a:rPr lang="en-US" dirty="0">
                <a:solidFill>
                  <a:srgbClr val="2D3436"/>
                </a:solidFill>
              </a:rPr>
              <a:t>4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Define evaluation metrics and validation procedures.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Identify baseline/comparison methods and test strategy.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Explain reproducibility, robustness, sensitivity analysis, or statistical validation as applicable.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Challenges, Risks and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15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Identify technical, data, resource, or scheduling risks.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Explain actions taken and proposed mitigation.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Mention dependencies that may affect completion.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Expected Outcomes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16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State expected technical, scientific, or practical contributions.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Map each expected outcome to an objective.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Label these as expected unless already supported by evidence.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Work Plan and Gantt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17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Show planned versus completed activities.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Include milestones, target dates, and dependencies.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Highlight the next review or submission milestone.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Publications and Intended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18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List completed outputs separately from planned deliverables.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Possible outputs: paper, model, algorithm, dataset, software, prototype, or dissertation.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Do not describe a planned submission as an accepted publication.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Conclusion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19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4389120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Summarize the problem, gap, approach, and progress in a few points.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State the immediate next steps and remaining work.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>
                <a:solidFill>
                  <a:srgbClr val="2D3436"/>
                </a:solidFill>
              </a:rPr>
              <a:t>•  Close with a realistic statement of readiness for the next phase.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0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Ins="182880" rtlCol="0" anchor="ctr"/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</a:rPr>
              <a:t>References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13716"/>
          </a:xfrm>
          <a:prstGeom prst="rect">
            <a:avLst/>
          </a:prstGeom>
          <a:solidFill>
            <a:srgbClr val="CC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  <a:latin typeface="Arial"/>
              </a:defRPr>
            </a:pPr>
            <a:r>
              <a:rPr>
                <a:solidFill>
                  <a:srgbClr val="005C60"/>
                </a:solidFill>
              </a:rPr>
              <a:t>DISSERTATION I REVIEW  |  VIT 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569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rial"/>
              </a:defRPr>
            </a:pPr>
            <a:r>
              <a:rPr lang="en-US" dirty="0">
                <a:solidFill>
                  <a:srgbClr val="2D3436"/>
                </a:solidFill>
              </a:rPr>
              <a:t>20</a:t>
            </a:r>
            <a:endParaRPr dirty="0">
              <a:solidFill>
                <a:srgbClr val="2D343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E0F0EE"/>
          </a:solidFill>
          <a:ln>
            <a:solidFill>
              <a:srgbClr val="CC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378440" cy="834074"/>
          </a:xfrm>
          <a:prstGeom prst="rect">
            <a:avLst/>
          </a:prstGeom>
          <a:noFill/>
        </p:spPr>
        <p:txBody>
          <a:bodyPr wrap="square" lIns="73152" tIns="36576" rIns="54864" b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List complete references in the required style (IEEE if prescribed).</a:t>
            </a:r>
          </a:p>
          <a:p>
            <a:pPr>
              <a:spcAft>
                <a:spcPts val="1200"/>
              </a:spcAft>
              <a:defRPr sz="2000" b="0">
                <a:solidFill>
                  <a:srgbClr val="23354B"/>
                </a:solidFill>
                <a:latin typeface="Arial"/>
              </a:defRPr>
            </a:pPr>
            <a:r>
              <a:rPr dirty="0">
                <a:solidFill>
                  <a:srgbClr val="2D3436"/>
                </a:solidFill>
              </a:rPr>
              <a:t>•  Ensure every in-slide citation has a matching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895</Words>
  <Application>Microsoft Macintosh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UMAMAHESWARI S</dc:creator>
  <cp:keywords/>
  <dc:description>generated using python-pptx</dc:description>
  <cp:lastModifiedBy>Manivannan  A</cp:lastModifiedBy>
  <cp:revision>6</cp:revision>
  <dcterms:created xsi:type="dcterms:W3CDTF">2013-01-27T09:14:16Z</dcterms:created>
  <dcterms:modified xsi:type="dcterms:W3CDTF">2026-10-25T10:43:44Z</dcterms:modified>
  <cp:category/>
</cp:coreProperties>
</file>