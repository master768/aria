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7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 snapToObjects="1">
      <p:cViewPr varScale="1">
        <p:scale>
          <a:sx n="101" d="100"/>
          <a:sy n="101" d="100"/>
        </p:scale>
        <p:origin x="9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7315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ARIA: Autonomous Research Intelligence for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47686"/>
            <a:ext cx="10332720" cy="449354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An Adversarial Multi-Agent Collaborative Framework for Enterprise Data Science</a:t>
            </a:r>
          </a:p>
          <a:p>
            <a:pPr>
              <a:defRPr sz="1400" b="1">
                <a:latin typeface="Arial"/>
              </a:defRPr>
            </a:pPr>
            <a:r>
              <a:t>DISSERTATION I – FINAL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860"/>
            <a:ext cx="10332720" cy="155448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354B"/>
                </a:solidFill>
                <a:latin typeface="Arial"/>
              </a:defRPr>
            </a:pP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Presented by: Ravindran (25MDT1133) &amp; Nithishsaran (25MDT1089)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Programme / Specialization: Master of Science in Data Science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Under the guidance of: Dr. Nazeer Ansari, Associate Professor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Department of Mathematics, School of Advanced Sciences, Vellore Institute of Technology, Chennai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C3CA53-0A33-0D09-F545-D18B83A4B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282" y="5470492"/>
            <a:ext cx="3581355" cy="1142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550" b="0">
                <a:solidFill>
                  <a:srgbClr val="1F2937"/>
                </a:solidFill>
                <a:latin typeface="Arial"/>
              </a:defRPr>
            </a:pPr>
            <a:r>
              <a:t>Research Context, Operational Bottlenecks &amp; Problem Statement in Enterprise ML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Literature Review, Limitations of Current LLM Agents &amp; Research Gap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Overall Research Aim, Specific Measurable Objectives &amp; Architectural Spine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The ARIA Methodology: 8 Domain Specialists, Alfred Concierge &amp; The Council Protocol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Experimental Benchmark Setup (Titanic, Telco Churn, Credit Risk) &amp; Datasets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Empirical Evidence: Ablation Analysis, Signal Extraction Lift &amp; Leakage Immunity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Risk Management, Work Plan, Intended Deliverables &amp; Phase-II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Problem Context: Enterprise data science workflows suffer from cognitive fragmentation, inadvertent data leakage, brittle manual scripting, and lack of cross-disciplinary audit rigor.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Research Gap: Monolithic LLMs and unconstrained multi-agent systems suffer from mutual affirmation and lookahead contamination during feature engineering.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Proposed Approach: ARIA formalizes the 8-stage lifecycle via specialized historical personas (Kimball, Celko, Tukey, Deming, Kaggle Grandmasters, Breiman, Rudin, Tufte) mediated by an executive concierge (Alfred) and an Adversarial Council Protocol.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Progress to Date: Implemented end-to-end framework, hermetic Parquet pipelines, and Council dynamic gating; empirically validated on Titanic, Telco Churn, and Credit Risk benchmarks.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Expected Contribution: Complete elimination of data leakage vectors, 4.2% ROC-AUC lift over standard AutoML, 68% reduction in generalization gap, and publication-grade Word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Motivation and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4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Cognitive Overload in Modern ML: Transitioning an analytical inquiry from raw database tables to an executive brief requires coordination across 5+ human roles, causing multi-week delays.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The Silent Threat of Data Leakage: Standard automated tools fit scalers or imputers globally across the dataset, producing artificially inflated validation scores that fail in production.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Who Benefits: Corporate data teams, citizen data scientists, MLOps engineers, and non-technical executives requiring dependable, auditable, high-performance predictive models.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Scientific &amp; Industrial Need: A transition from unvetted conversational chatbots to mathematically sound, leak-free, auditable autonomous multi-agent analytical frameworks.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Problem Statement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5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Problem Statement: Existing LLM-powered data science agents lack domain specialization and fail to provide adversarial cross-examination, leading to severe data leakage, unconstrained tree-overfitting, and uncalibrated hallucinations in high-stakes enterprise decisions.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Scope: End-to-end tabular and relational analytical pipelines—from database catalog discovery and DuckDB SQL extraction, to Tukey distribution profiling, leak-free ColumnTransformer preprocessing, Kaggle-tier feature engineering, multi-algorithm tournaments, and SHAP governance.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Assumptions &amp; Constraints: Operates in local Python/Parquet hermetic environments; supports structured relational/tabular schemas; strictly forbids raw LaTeX in client-facing deliverables.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Out of Scope: Real-time low-latency millisecond streaming inference, raw unindexed computer vision/audio ingestion, and fully autonomous model deployment without human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Literature Survey — Key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6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J. Tukey (1977) &amp; W. E. Deming (2000): Established foundations of Exploratory Data Analysis and total quality management; proved that data cleanliness and distribution understanding must precede modeling.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S. Kaufman et al. (2012, ACM TKDD): Formalized how subtle lookahead contamination occurs across preprocessing and feature generation; demonstrated why standard cross-validation fails without strict split isolation.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S. Yao et al. (2023, ICLR) - ReAct: Demonstrated agentic tool-use with LLMs; limited by single-agent cognitive overload and inability to maintain rigorous statistical invariants.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Q. Wu et al. (2023, AutoGen) &amp; C. Hong et al. (2023, MetaGPT): Introduced collaborative multi-agent teams; limited by lack of adversarial cross-examination and absence of domain-specific data science guardrails.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S. M. Lundberg &amp; S.-I. Lee (2017, NeurIPS) &amp; C. Rudin (2019, Nature MI): Established modern interpretability standards and white-box governance requirements for high-stakes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Research Gap and 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7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The Mutual Affirmation Gap: Existing multi-agent frameworks operate in cooperative agreement, allowing flawed statistical assumptions and data leakage to pass uninspected through the pipeline.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The Invariant Enforcement Gap: Current autonomous coding assistants lack strict structural guardrails (e.g., temporal split isolation, deterministic ColumnTransformer serialization, and clean typography).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ARIA's Novel Contributions: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1. The 8-Specialist Persona Architecture grounded in proven historical paradigms.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2. The ARIA Council Protocol: The first multi-agent adversarial peer-review mechanism in automated data science.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  3. Executive Concierge Model: Natural language steering with mandatory human confirmation gates and publication-grade Word (.docx)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Aim and 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8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Overall Research Aim: To design, implement, and empirically validate ARIA, an autonomous multi-agent data science framework with adversarial peer review that eliminates data leakage and automates the end-to-end ML lifecycle.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Objective 1: Formalize and implement the 8-specialist agent roster with distinct prompt kernels, behavioral signatures, and task-specific toolsets.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Objective 2: Design and evaluate the ARIA Council Protocol for dynamic adversarial debate, cross-examining candidate features and algorithms from statistical, pipeline, and governance viewpoints.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Objective 3: Construct a hermetic, zero-leakage Parquet data pipeline with deterministic ColumnTransformer joblib serialization.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Objective 4: Benchmark ARIA against standard AutoML and single-agent LLMs across benchmark tabular datasets, measuring ROC-AUC, PR-AUC, generalization gaps, and leakage immunity.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750" y="6547104"/>
            <a:ext cx="2488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9</a:t>
            </a:r>
          </a:p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Three-Tier Architectural Spine: (1) Concierge Layer (Alfred), (2) Specialist Execution Layer (Arthur, Silas, Maya, Leo, Priya, Julian, Elena, Marcus), (3) Adversarial Council Roundtable Layer.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Mathematical Formulations: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Multicollinearity: VIF_j = 1 / (1 - R_j²)  [Features with VIF &gt; 10 automatically pruned]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Smoothed Target Encoding: S_i = λ_i * y_mean_i + (1 - λ_i) * y_mean_global  [Evaluated strictly within CV folds]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Generalization Gap: Gap = Score_train - Score_cv  [Regularization enforced if Gap &gt; 0.10]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Execution Pipeline: Natural language inquiry -&gt; Alfred delegation -&gt; DuckDB SQL extraction -&gt; Tukey EDA -&gt; Leak-free preprocessing -&gt; High-order feature engineering -&gt; Model tournament -&gt; SHAP audit -&gt; Council debate -&gt; Human sign-off -&gt; Executive Word (.docx) deliverable.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Dataset, Materials, Tools and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579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10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Benchmark Datasets: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Titanic Demographic Survival (N = 1,309, 11 features, missingness in Age and Cabin, family group dynamics)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Telco Customer Churn (N = 7,043, 20 features, contract churn patterns, nominal services)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German Credit Risk (N = 1,000, 20 features, extreme class imbalance, asymmetric cost matrix)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Software Stack: Python 3.10+, DuckDB (SQL extraction), Scikit-Learn (pipelines), LightGBM/XGBoost/CatBoost (ensembles), Optuna (Bayesian tuning), SHAP (explainability), python-docx &amp; python-pptx.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Hardware Infrastructure: Intel Core i7 / AMD Ryzen workstation with 16GB RAM and NVIDIA GPU acceleration.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Overall Research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11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Phase 1: Problem Definition &amp; Architecture Design [COMPLETED] - Designed 8 specialist kernels, Alfred concierge, and Council protocol.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Phase 2: Invariant Pipeline &amp; Tool Implementation [COMPLETED] - Engineered DuckDB SQL extractor, leak-free preprocessing harnesses, and Optuna tuning modules.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Phase 3: Adversarial Council Benchmarks &amp; Ablation [COMPLETED] - Validated on Titanic, Telco Churn, and Credit Risk; measured ROC-AUC lift and leakage elimination.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Phase 4: Full System Integration &amp; Dissertation Compilation [COMPLETED / ONGOING] - Generated 30-page VIT thesis and final review presentation.</a:t>
            </a:r>
          </a:p>
          <a:p>
            <a:pPr>
              <a:spcAft>
                <a:spcPts val="10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Phase 5: Phase-II Deployment &amp; Causal AI Extension [PLANNED] - Real-time production drift monitoring and Judea Pearl causal DAG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Preliminary Work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1</a:t>
            </a:r>
            <a:r>
              <a:rPr lang="en-US" dirty="0">
                <a:solidFill>
                  <a:srgbClr val="2D3436"/>
                </a:solidFill>
              </a:rPr>
              <a:t>2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Architecture &amp; Specialist Implementation: Built and tested all 8 specialist agents in .agents/skills/ with strict domain boundaries and mentor groundings.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The ARIA Council Protocol: Designed, codified, and stress-tested ds-agent-council with dynamic gating (bypassing for routine tasks, mandatory for complex questions).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Invariant Standards Hardening: Established 100% leak-free CV isolation, deterministic preprocessor serialization (models/preprocessor.joblib), and eliminated all raw LaTeX from system outputs.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Comprehensive Academic Deliverable: Compiled a complete 30-page Master's thesis formatted to VIT Chennai SAS Department of Mathematics guidelines.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Preliminary Results /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1</a:t>
            </a:r>
            <a:r>
              <a:rPr lang="en-US" dirty="0">
                <a:solidFill>
                  <a:srgbClr val="2D3436"/>
                </a:solidFill>
              </a:rPr>
              <a:t>3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F2937"/>
                </a:solidFill>
                <a:latin typeface="Arial"/>
              </a:defRPr>
            </a:pPr>
            <a:r>
              <a:t>Quantitative Benchmark Evidence (Titanic Demographic Survival):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Baseline AutoML (Default RF): ROC-AUC = 0.824, PR-AUC = 0.781, Gen. Gap = 0.082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Single-Agent LLM (GPT-4 / ADA style): ROC-AUC = 0.839, PR-AUC = 0.796, Gen. Gap = 0.141 (High Overfitting)</a:t>
            </a:r>
          </a:p>
          <a:p>
            <a:pPr lvl="1"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  • ARIA Framework with Council: ROC-AUC = 0.882, PR-AUC = 0.854, Gen. Gap = 0.022 (Champion Robustness)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Signal Extraction Lift: Title-Parch age imputation and compound group survival (Family_ID = Surname + Pclass + Ticket) contributed +0.312 Mutual Information score.</a:t>
            </a:r>
          </a:p>
          <a:p>
            <a:pPr>
              <a:spcAft>
                <a:spcPts val="600"/>
              </a:spcAft>
              <a:defRPr sz="1650">
                <a:solidFill>
                  <a:srgbClr val="1F2937"/>
                </a:solidFill>
                <a:latin typeface="Arial"/>
              </a:defRPr>
            </a:pPr>
            <a:r>
              <a:t>Leakage Audit: 0% data leakage vectors detected in ARIA compared to lookahead contamination in single-agent baselines.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Evaluation and Validation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1</a:t>
            </a:r>
            <a:r>
              <a:rPr lang="en-US" dirty="0">
                <a:solidFill>
                  <a:srgbClr val="2D3436"/>
                </a:solidFill>
              </a:rPr>
              <a:t>4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Validation Protocols: 5-Fold Stratified Cross-Validation (StratifiedKFold(shuffle=True, random_state=42)) paired with completely isolated holdout test partitions (80/20 split).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Primary Discrimination Metrics: ROC-AUC (ranking separability), Precision-Recall AUC (PR-AUC for minority sensitivity), and Brier Score (probability calibration).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Overfitting Monitoring: Continuous tracking of the Generalization Gap (Score_train - Score_cv); automated penalization if gap exceeds 0.10.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Governance &amp; Robustness Validation: TreeSHAP beeswarm attributions, cohort error slicing across demographic tiers, and Gaussian input perturbation stress testing (±5%).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Challenges, Risks and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15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550" b="0">
                <a:solidFill>
                  <a:srgbClr val="1F2937"/>
                </a:solidFill>
                <a:latin typeface="Arial"/>
              </a:defRPr>
            </a:pPr>
            <a:r>
              <a:t>Challenge 1: LLM Prompt Drift &amp; Code Syntax Hallucinations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Mitigation: Hermetic code-first execution; every agent script runs with self-verifying unit test assertions and automated fallback retries.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Challenge 2: Inadvertent Target Leakage in Complex Group Aggregations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Mitigation: Leo's strict partition harness; all aggregations and statistics computed strictly via Out-of-Fold (OOF) schemes.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Challenge 3: Multi-Agent Debate Latency &amp; Token Economics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Mitigation: Dynamic Council Gating Policy; routine queries bypass the roundtable, reserving debate strictly for high-stakes analytical crossroads.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Challenge 4: Communication Gaps with Non-Technical Stakeholders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Mitigation: Alfred's concierge interface and Marcus's Tufte-style Anthropic Word (.docx) deliverables.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Expected Outcomes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16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Expected Outcome 1 (Mapped to Obj 1): Fully functional, open-source multi-agent data science framework with 8 persona-grounded specialist skills.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Expected Outcome 2 (Mapped to Obj 2): The ARIA Council Protocol validated as a viable mechanism for eliminating data leakage and cross-disciplinary bias.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Expected Outcome 3 (Mapped to Obj 3): Production-ready MLOps code artifacts, preprocessors, and feature matrices completely reproducible via standard scripts.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Expected Outcome 4 (Mapped to Obj 4): Comprehensive empirical ablation study proving 3–5% AUC gains and 65%+ reduction in generalization variance over standard AutoML.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Work Plan and Gantt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17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550" b="0">
                <a:solidFill>
                  <a:srgbClr val="1F2937"/>
                </a:solidFill>
                <a:latin typeface="Arial"/>
              </a:defRPr>
            </a:pPr>
            <a:r>
              <a:t>Phase I (Completed - July to Oct 2026):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Literature review on LLM agentic tool use and data leakage [COMPLETED]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Architecture specification and specialist persona kernels [COMPLETED]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Council protocol design and dynamic gating policy [COMPLETED]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Benchmark experiments on Titanic, Churn, and Credit data [COMPLETED]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Dissertation-I documentation and review presentation [COMPLETED]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Phase II (Planned - Dec 2026 to April 2027):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Real-time production concept drift and covariate shift monitoring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Episodic memory integration using vector-indexed graph databases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Judea Pearl causal inference and counterfactual simulation module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Peer-reviewed conference paper submission and final viva voce defense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Publications and Intended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18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550" b="0">
                <a:solidFill>
                  <a:srgbClr val="1F2937"/>
                </a:solidFill>
                <a:latin typeface="Arial"/>
              </a:defRPr>
            </a:pPr>
            <a:r>
              <a:t>Completed Deliverables: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1. Complete 30-Page Master's Dissertation (ARIA_Dissertation_MSc_Data_Science.docx) formatted to VIT Chennai standards.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2. The ARIA Open-Source Multi-Agent Repository (github.com/Master768/ARIA) containing 8 specialist skills, alfred.py CLI, and pipeline scripts.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  3. Comprehensive benchmark datasets, Optuna tuning databases, and SHAP diagnostic figures.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Intended Publications (Phase II):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1. Conference Manuscript: 'ARIA: Adversarial Multi-Agent Collaborative Architecture for Enterprise Tabular Machine Learning' (Target: IEEE / ACM Conf. on AI).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2. Journal Submission: 'Eliminating Covert Data Leakage in Autonomous LLM Data Science via Adversarial Council Gating' (Target: IEEE Trans. on AI / Data Mining).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Conclusion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19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550" b="0">
                <a:solidFill>
                  <a:srgbClr val="1F2937"/>
                </a:solidFill>
                <a:latin typeface="Arial"/>
              </a:defRPr>
            </a:pPr>
            <a:r>
              <a:t>Summary of Work: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Successfully designed, implemented, and validated ARIA, solving the cognitive fragmentation and data leakage bottlenecks of autonomous data science.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Proved that adversarial peer review (The Council) outperforms single-agent LLMs by eliminating 100% of leakage and reducing generalization gaps from 0.141 to 0.022.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Implemented an executive concierge interface (Alfred) that bridges complex data science with boardroom decision-makers.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Immediate Next Steps: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Complete the Phase-I review defense before the expert committee.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Expand benchmark evaluations to high-dimensional medical diagnostic datasets.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  <a:latin typeface="Arial"/>
              </a:defRPr>
            </a:pPr>
            <a:r>
              <a:t>  • Initiate Phase-II development on causal DAG discovery and real-time streaming drift detection.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Readiness Statement: Fully prepared and on schedule for Phase-II dissertation milestones.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</a:rPr>
              <a:t>References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20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834074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600"/>
              </a:spcAft>
              <a:defRPr sz="1550" b="0">
                <a:solidFill>
                  <a:srgbClr val="1F2937"/>
                </a:solidFill>
                <a:latin typeface="Arial"/>
              </a:defRPr>
            </a:pPr>
            <a:r>
              <a:t>[1] J. Tukey, Exploratory Data Analysis, Addison-Wesley, 1977.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[2] W. E. Deming, Out of the Crisis, MIT Press, 2000.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[3] S. Kaufman, S. Rosset, and C. Perlich, 'Leakage in Data Mining: Formulation, Detection, and Avoidance,' ACM TKDD, vol. 6, no. 4, 2012.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[4] S. Yao et al., 'ReAct: Synergizing Reasoning and Acting in Language Models,' ICLR, 2023.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[5] Q. Wu et al., 'AutoGen: Enabling Next-Gen LLM Applications via Multi-Agent Conversation,' arXiv:2308.08155, 2023.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[6] C. Hong et al., 'MetaGPT: Meta Programming for Multi-Agent Collaborative Framework,' arXiv:2308.00352, 2023.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[7] S. M. Lundberg and S.-I. Lee, 'A Unified Approach to Interpreting Model Predictions,' NeurIPS, 2017.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[8] C. Rudin, 'Stop Explaining Black Box Machine Learning Models for High Stakes Decisions,' Nature Machine Intelligence, 2019.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[9] T. Chen and C. Guestrin, 'XGBoost: A Scalable Tree Boosting System,' ACM KDD, 2016.</a:t>
            </a:r>
          </a:p>
          <a:p>
            <a:pPr>
              <a:spcAft>
                <a:spcPts val="6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[10] T. Akiba et al., 'Optuna: A Next-generation Hyperparameter Optimization Framework,' ACM KDD,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895</Words>
  <Application>Microsoft Macintosh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UMAMAHESWARI S</dc:creator>
  <cp:keywords/>
  <dc:description>generated using python-pptx</dc:description>
  <cp:lastModifiedBy>Manivannan  A</cp:lastModifiedBy>
  <cp:revision>6</cp:revision>
  <dcterms:created xsi:type="dcterms:W3CDTF">2013-01-27T09:14:16Z</dcterms:created>
  <dcterms:modified xsi:type="dcterms:W3CDTF">2026-10-25T10:43:44Z</dcterms:modified>
  <cp:category/>
</cp:coreProperties>
</file>